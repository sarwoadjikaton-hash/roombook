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6280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3" name="Image 0" descr="C:\Users\Katon\Documents\katon\magang\ROOMBOOK\public\logo-kemna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502920"/>
            <a:ext cx="731520" cy="731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645920" y="1325880"/>
            <a:ext cx="5852160" cy="320040"/>
          </a:xfrm>
          <a:prstGeom prst="roundRect">
            <a:avLst>
              <a:gd name="adj" fmla="val 42857"/>
            </a:avLst>
          </a:prstGeom>
          <a:solidFill>
            <a:srgbClr val="152332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645920" y="1389888"/>
            <a:ext cx="5852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TATA USAHA SEKRETARIAT JENDERAL KEMNAKER RI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178308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Peminjaman &amp;</a:t>
            </a:r>
            <a:endParaRPr lang="en-US" sz="2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Kelola Ruang Rapat Digital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14400" y="2926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Google Calendar API, Layar Smart TV 16:9, SOP Approval H-2, &amp; Cetak Laporan Resmi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71600" y="3794760"/>
            <a:ext cx="6400800" cy="868680"/>
          </a:xfrm>
          <a:prstGeom prst="roundRect">
            <a:avLst>
              <a:gd name="adj" fmla="val 15789"/>
            </a:avLst>
          </a:prstGeom>
          <a:solidFill>
            <a:srgbClr val="064E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63040" y="38862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DE68A"/>
                </a:solidFill>
              </a:rPr>
              <a:t>🌐 TAUTAN RESMI APLIKASI: </a:t>
            </a:r>
            <a:r>
              <a:rPr lang="en-US" sz="1150" b="1" dirty="0">
                <a:solidFill>
                  <a:srgbClr val="FFFFFF"/>
                </a:solidFill>
              </a:rPr>
              <a:t>https://sirapatsekjen.vercel.app
</a:t>
            </a:r>
            <a:r>
              <a:rPr lang="en-US" sz="950" dirty="0">
                <a:solidFill>
                  <a:srgbClr val="A7F3D0"/>
                </a:solidFill>
              </a:rPr>
              <a:t>✓ 100% Bebas Bentrok  •  ✓ Self-Service Pegawai  •  ✓ Smart TV Kiosk Real-Time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 &amp; URGENSI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Pengelolaan Ruang Rapat Manual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Kendala operasional sebelum diterapkannya digitalisasi sistem terpusat.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161F2E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17320"/>
            <a:ext cx="73152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99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Bentrok Jadwal (Double Booking)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18288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Pencatatan terpisah via chat WhatsApp &amp; buku fisik memicu tabrakan jadwal antar unit kerja.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161F2E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41732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399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Ruang Tidak Real-Time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83480" y="18288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 harus mendatangi pintu ruangan hanya untuk mengecek apakah ruangan sedang dipakai atau kosong.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161F2E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0040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1821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Persetujuan Pimpinan Lambat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Khusus ruangan strategis (Ruang Sekjen &amp; VIP), izin berjenjang sering tertunda tanpa kejelasan status.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161F2E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200400"/>
            <a:ext cx="73152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31821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 Rekam Jejak &amp; Audit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83480" y="361188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rekapitulasi data utilisasi ruangan untuk bahan laporan pimpinan dan pemeliharaan.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TRANSFORMASI DIGITAL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Terpadu: ROOMBOOK (SIRAPAT)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ekosistem berbasis web terintegrasi untuk seluruh pegawai dan pengelola TU.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520440"/>
          </a:xfrm>
          <a:prstGeom prst="roundRect">
            <a:avLst>
              <a:gd name="adj" fmla="val 3896"/>
            </a:avLst>
          </a:prstGeom>
          <a:solidFill>
            <a:srgbClr val="042F2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STRATEGIS INSTANSI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100% Bebas Bentrok: Validasi otomatis slot waktu &amp; sinkronisasi Google Calendar API.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Display Smart TV di Depan Pintu: Status real-time OLED, countdown rapat, &amp; QR Book.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Disiplin SOP Approval H-2: Peringatan batas waktu persetujuan otomatis bagi </a:t>
            </a:r>
            <a:r>
              <a:rPr lang="en-US" sz="1000" dirty="0" err="1">
                <a:solidFill>
                  <a:srgbClr val="E2E8F0"/>
                </a:solidFill>
              </a:rPr>
              <a:t>pengelola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Laporan Resmi Otomatis: Rekapitulasi siap cetak format dinas dan ekspor file Excel.
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4023360" cy="3520440"/>
          </a:xfrm>
          <a:prstGeom prst="roundRect">
            <a:avLst>
              <a:gd name="adj" fmla="val 3896"/>
            </a:avLst>
          </a:prstGeom>
          <a:solidFill>
            <a:srgbClr val="161F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KEMUDAHAN LAYANAN MANDIRI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783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Pesan Tanpa Perlu Login: Cukup masukkan nama, unit kerja, &amp; agenda </a:t>
            </a:r>
            <a:r>
              <a:rPr lang="en-US" sz="1000" dirty="0" err="1">
                <a:solidFill>
                  <a:srgbClr val="E2E8F0"/>
                </a:solidFill>
              </a:rPr>
              <a:t>rapat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1-Click Sync ke Google Calendar: Simpan agenda langsung ke HP pemohon.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Mobile Quick Book: Scan barcode QR di monitor TV pintu untuk reservasi kilat 30 </a:t>
            </a:r>
            <a:r>
              <a:rPr lang="en-US" sz="1000" dirty="0" err="1">
                <a:solidFill>
                  <a:srgbClr val="E2E8F0"/>
                </a:solidFill>
              </a:rPr>
              <a:t>detik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Lacak Peminjaman Saya: Cukup masukkan email untuk memantau status </a:t>
            </a:r>
            <a:r>
              <a:rPr lang="en-US" sz="1000" dirty="0" err="1">
                <a:solidFill>
                  <a:srgbClr val="E2E8F0"/>
                </a:solidFill>
              </a:rPr>
              <a:t>persetujuan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APLIKASI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Beranda Publik &amp; Timeline Jadwal Real-Time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 dapat memantau ketersediaan seluruh ruangan secara visual.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572000" cy="3520440"/>
          </a:xfrm>
          <a:prstGeom prst="roundRect">
            <a:avLst>
              <a:gd name="adj" fmla="val 3117"/>
            </a:avLst>
          </a:prstGeom>
          <a:solidFill>
            <a:srgbClr val="0E1624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4572000" cy="32004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98448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— TU SEKJEN KEMNAKER RI | https://sirapatsekjen.vercel.app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16916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5564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7171"/>
                </a:solidFill>
              </a:rPr>
              <a:t>RUANG RAPAT SEKJEN (30 Org) — [ SEDANG DIGUNAKAN 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199339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</a:rPr>
              <a:t>Agenda: Rakor Evaluasi Anggaran • 09:00 - 11:30 WIB • Biro Umum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265176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157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RUANG VIP (12 Org) — [ TERSEDIA 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77240" y="295351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</a:rPr>
              <a:t>Status: Ruangan Kosong Siap Dipesan • Fasilitas Lengkap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61188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5202B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7588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Timeline Hari Ini: 08:00 - 17:00 WIB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3977640"/>
            <a:ext cx="1463040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09:00 - 11:30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60320" y="3977640"/>
            <a:ext cx="1280160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2560320" y="4023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13:30 - 15:30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2080" y="1325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FITUR UTAMA BERANDA PUBLIK: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1737360"/>
            <a:ext cx="3474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Status 1 Detik: Kode warna (Hijau=Tersedia, Merah=Terpakai) langsung terbaca.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Filter Tanggal Cerdas: Memeriksa ketersediaan ruangan di hari-hari </a:t>
            </a:r>
            <a:r>
              <a:rPr lang="en-US" sz="1000" dirty="0" err="1">
                <a:solidFill>
                  <a:srgbClr val="E2E8F0"/>
                </a:solidFill>
              </a:rPr>
              <a:t>mendatang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Tombol "+ Pesan Ruangan": Membuka modal formulir pemesanan </a:t>
            </a:r>
            <a:r>
              <a:rPr lang="en-US" sz="1000" dirty="0" err="1">
                <a:solidFill>
                  <a:srgbClr val="E2E8F0"/>
                </a:solidFill>
              </a:rPr>
              <a:t>cepat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Pencarian Booking: Cek status permohonan via alamat email </a:t>
            </a:r>
            <a:r>
              <a:rPr lang="en-US" sz="1000" dirty="0" err="1">
                <a:solidFill>
                  <a:srgbClr val="E2E8F0"/>
                </a:solidFill>
              </a:rPr>
              <a:t>pemohon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APLIKASI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Formulir Reservasi &amp; Sync Google Calendar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Pengisian formulir singkat dengan integrasi kalender pribadi pemohon.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520440"/>
          </a:xfrm>
          <a:prstGeom prst="roundRect">
            <a:avLst>
              <a:gd name="adj" fmla="val 3117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FORMULIR PERMOHONAN RUANG RAPAT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3657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Pilihan Ruangan: Ruang Rapat Sekjen (Maks 30 Org)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Nama Pemohon: Budi Santoso, S.Kom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Unit Kerja: Bagian Tata Usaha / Biro Umum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Agenda: Rapat Koordinasi Anggaran Triwulan III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Waktu: 24 September 2026 (09:00 - 11:30 WIB)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• Jumlah Peserta: 20 Orang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1788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✓ Slot Waktu Tersedia &amp; Bebas Bentrok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023360" cy="3520440"/>
          </a:xfrm>
          <a:prstGeom prst="roundRect">
            <a:avLst>
              <a:gd name="adj" fmla="val 3117"/>
            </a:avLst>
          </a:prstGeom>
          <a:solidFill>
            <a:srgbClr val="0A192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</a:rPr>
              <a:t>SINKRONISASI 1-KLIK GOOGLE CALENDAR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783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Simpan ke HP Pemohon: Tombol "Tambahkan ke Google Kalender Saya" otomatis aktif setelah booking.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Isi Otomatis: Judul, lokasi ruang, jam mulai/selesai, dan unit langsung terisi lengkap.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Alarm Pengingat: Google Calendar smartphone akan mengingatkan H-30 menit sebelum </a:t>
            </a:r>
            <a:r>
              <a:rPr lang="en-US" sz="1000" dirty="0" err="1">
                <a:solidFill>
                  <a:srgbClr val="E2E8F0"/>
                </a:solidFill>
              </a:rPr>
              <a:t>rapat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Sinkronisasi 2-Arah: Status persetujuan resmi juga langsung sinkron ke kalender </a:t>
            </a:r>
            <a:r>
              <a:rPr lang="en-US" sz="1000" dirty="0" err="1">
                <a:solidFill>
                  <a:srgbClr val="E2E8F0"/>
                </a:solidFill>
              </a:rPr>
              <a:t>instansi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APLIKASI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Kiosk Layar Smart TV Ruangan (16:9)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Layar informasi cerdas di dinding depan setiap ruang rapat.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3520440"/>
          </a:xfrm>
          <a:prstGeom prst="roundRect">
            <a:avLst>
              <a:gd name="adj" fmla="val 3896"/>
            </a:avLst>
          </a:prstGeom>
          <a:solidFill>
            <a:srgbClr val="020617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71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RUANG RAPAT SEKJEN (Gedung A, Lt.2)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0B981"/>
                </a:solidFill>
              </a:rPr>
              <a:t>10:45:12 WIB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4389120" cy="1280160"/>
          </a:xfrm>
          <a:prstGeom prst="roundRect">
            <a:avLst>
              <a:gd name="adj" fmla="val 7143"/>
            </a:avLst>
          </a:prstGeom>
          <a:solidFill>
            <a:srgbClr val="2D0E14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2880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</a:rPr>
              <a:t>STATUS: SEDANG DIGUNAKAN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20848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Rapat Koordinasi Evaluasi Ketenagakerjaan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Biro Umum &amp; Perencanaan • 09:00 - 11:30 WIB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0" y="20574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</a:rPr>
              <a:t>Sisa Waktu: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</a:rPr>
              <a:t>44 Menit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54680"/>
            <a:ext cx="4389120" cy="1417320"/>
          </a:xfrm>
          <a:prstGeom prst="roundRect">
            <a:avLst>
              <a:gd name="adj" fmla="val 5161"/>
            </a:avLst>
          </a:prstGeom>
          <a:solidFill>
            <a:srgbClr val="15202B"/>
          </a:solidFill>
          <a:ln w="12700">
            <a:solidFill>
              <a:srgbClr val="2B3B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461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Agenda Berikutnya Hari Ini: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" y="3474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E8F0"/>
                </a:solidFill>
              </a:rPr>
              <a:t>13:30 - 15:30: Rapat Pembahasan DIPA 2027 (Biro Renkeu)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49040" y="333756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0B981"/>
                </a:solidFill>
              </a:rPr>
              <a:t>[ QR CODE 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0B981"/>
                </a:solidFill>
              </a:rPr>
              <a:t>Pindai untuk Pesan Kilat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9496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KEUNGGULAN SMART DISPLAY: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737360"/>
            <a:ext cx="32918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Carousel Foto Ruangan: Memutar foto asli ruangan di latar belakang.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Status Terbaca Jarak Jauh: Warna kontras OLED (Merah/Hijau) ramah </a:t>
            </a:r>
            <a:r>
              <a:rPr lang="en-US" sz="950" dirty="0" err="1">
                <a:solidFill>
                  <a:srgbClr val="E2E8F0"/>
                </a:solidFill>
              </a:rPr>
              <a:t>mata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Countdown Rapat: Membantu peserta disiplin menyelesaikan rapat tepat </a:t>
            </a:r>
            <a:r>
              <a:rPr lang="en-US" sz="950" dirty="0" err="1">
                <a:solidFill>
                  <a:srgbClr val="E2E8F0"/>
                </a:solidFill>
              </a:rPr>
              <a:t>waktu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Auto-Rotate 10 Detik: Layar lobi dapat berganti antar-ruangan secara </a:t>
            </a:r>
            <a:r>
              <a:rPr lang="en-US" sz="950" dirty="0" err="1">
                <a:solidFill>
                  <a:srgbClr val="E2E8F0"/>
                </a:solidFill>
              </a:rPr>
              <a:t>otomatis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APLIKASI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Quick Book (Pindai QR Code di Pintu)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Pemesanan kilat touch-first saat pegawai berada langsung di depan ruangan.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3474720" cy="3520440"/>
          </a:xfrm>
          <a:prstGeom prst="roundRect">
            <a:avLst>
              <a:gd name="adj" fmla="val 3947"/>
            </a:avLst>
          </a:prstGeom>
          <a:solidFill>
            <a:srgbClr val="161F2E"/>
          </a:solidFill>
          <a:ln w="19050">
            <a:solidFill>
              <a:srgbClr val="10B981"/>
            </a:solidFill>
            <a:prstDash val="solid"/>
          </a:ln>
        </p:spPr>
      </p:sp>
      <p:pic>
        <p:nvPicPr>
          <p:cNvPr id="8" name="Image 0" descr="C:\Users\Katon\Documents\katon\magang\ROOMBOOK\public\qr-sirap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463040"/>
            <a:ext cx="1828800" cy="182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3474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DE68A"/>
                </a:solidFill>
              </a:rPr>
              <a:t>PINDAI BARCODE DI ATAS DENGAN KAMERA HP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37947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https://sirapatsekjen.vercel.app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0" y="1325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3 LANGKAH KILAT DI DEPAN PINTU: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1737360"/>
            <a:ext cx="41148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1. Scan Barcode QR: Arahkan kamera smartphone ke QR Code di layar Smart TV.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2. Buka Form Kilat: Halaman otomatis mendeteksi nama ruangan tanpa perlu </a:t>
            </a:r>
            <a:r>
              <a:rPr lang="en-US" sz="1000" dirty="0" err="1">
                <a:solidFill>
                  <a:srgbClr val="E2E8F0"/>
                </a:solidFill>
              </a:rPr>
              <a:t>dicari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3. Konfirmasi Instan: Klik "Pesan Sekarang" dan slot waktu langsung </a:t>
            </a:r>
            <a:r>
              <a:rPr lang="en-US" sz="1000" dirty="0" err="1">
                <a:solidFill>
                  <a:srgbClr val="E2E8F0"/>
                </a:solidFill>
              </a:rPr>
              <a:t>terkunci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Sangat Ideal Untuk: Rapat koordinasi taktis mendadak pimpinan tanpa perlu kembali ke meja kerja untuk menyalakan laptop.
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APLIKASI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Pusat Persetujuan Pengelola (Approval Hub H-2)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TU SEKJEN memproses izin dengan sistem peringatan batas waktu.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389120" cy="3520440"/>
          </a:xfrm>
          <a:prstGeom prst="roundRect">
            <a:avLst>
              <a:gd name="adj" fmla="val 3117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716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ANTREAN MENUNGGU PERSETUJUAN (PENDING)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16916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5202B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7830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</a:rPr>
              <a:t>Rapat Koordinasi Renja 2027 • [ URGENT H-1 ]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2011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</a:rPr>
              <a:t>Pemohon: Dra. Nurhayati (Biro Renkeu) • Ruang Sekjen • 25 Sep, 09:00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2423160"/>
            <a:ext cx="1737360" cy="365760"/>
          </a:xfrm>
          <a:prstGeom prst="roundRect">
            <a:avLst>
              <a:gd name="adj" fmla="val 12500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✓ Setujui (Approve)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51760" y="2423160"/>
            <a:ext cx="1737360" cy="365760"/>
          </a:xfrm>
          <a:prstGeom prst="roundRect">
            <a:avLst>
              <a:gd name="adj" fmla="val 125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✕ Tolak (Reject)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5202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200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Penerimaan Tamu Delegasi ILO • [ H-3 ]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3429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</a:rPr>
              <a:t>Pemohon: Hendra Setiawan (Biro KSLN) • Ruang VIP • 27 Sep, 14:00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3840480"/>
            <a:ext cx="1737360" cy="365760"/>
          </a:xfrm>
          <a:prstGeom prst="roundRect">
            <a:avLst>
              <a:gd name="adj" fmla="val 12500"/>
            </a:avLst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8862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✓ Setujui (Approve)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20640" y="1325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MEKANISME SOP PERSETUJUAN: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20640" y="173736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Persetujuan 1-Klik: Pengelola cukup menekan tombol Setujui untuk mengesahkan jadwal.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Auto-Sync Kalender: Saat disetujui, event Google Calendar resmi otomatis </a:t>
            </a:r>
            <a:r>
              <a:rPr lang="en-US" sz="1000" dirty="0" err="1">
                <a:solidFill>
                  <a:srgbClr val="E2E8F0"/>
                </a:solidFill>
              </a:rPr>
              <a:t>terbentuk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Catatan Resmi Penolakan: Jika ditolak, pengelola dapat memberi alasan </a:t>
            </a:r>
            <a:r>
              <a:rPr lang="en-US" sz="1000" dirty="0" err="1">
                <a:solidFill>
                  <a:srgbClr val="E2E8F0"/>
                </a:solidFill>
              </a:rPr>
              <a:t>transparan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</a:rPr>
              <a:t>Fleksibilitas Admin: Admin dapat mencatat/reschedule tanggal lampau untuk </a:t>
            </a:r>
            <a:r>
              <a:rPr lang="en-US" sz="1000" dirty="0" err="1">
                <a:solidFill>
                  <a:srgbClr val="E2E8F0"/>
                </a:solidFill>
              </a:rPr>
              <a:t>arsip</a:t>
            </a:r>
            <a:r>
              <a:rPr lang="en-US" sz="1000" dirty="0">
                <a:solidFill>
                  <a:srgbClr val="E2E8F0"/>
                </a:solidFill>
              </a:rPr>
              <a:t>.
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SPESIFIKASI RUANGAN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Ruang Rapat Representatif TU SEKJEN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 melayani kebutuhan rapat pimpinan, tamu delegasi, &amp; tim teknis.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651760" cy="3520440"/>
          </a:xfrm>
          <a:prstGeom prst="roundRect">
            <a:avLst>
              <a:gd name="adj" fmla="val 4138"/>
            </a:avLst>
          </a:prstGeom>
          <a:solidFill>
            <a:srgbClr val="161F2E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8" name="Image 0" descr="C:\Users\Katon\Documents\katon\magang\ROOMBOOK\public\rooms\ruang-sekje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2377440" cy="1097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560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Ruang Rapat Sekjen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3063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F3D0"/>
                </a:solidFill>
              </a:rPr>
              <a:t>Gedung A, Lantai 2 • Kapasitas: 30 Orang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94360" y="3337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Smart TV 75", Video Conference 4K, Proyektor Laser, Sound System, </a:t>
            </a:r>
            <a:r>
              <a:rPr lang="en-US" sz="850" dirty="0" err="1">
                <a:solidFill>
                  <a:srgbClr val="94A3B8"/>
                </a:solidFill>
              </a:rPr>
              <a:t>WiFi</a:t>
            </a:r>
            <a:r>
              <a:rPr lang="en-US" sz="850" dirty="0">
                <a:solidFill>
                  <a:srgbClr val="94A3B8"/>
                </a:solidFill>
              </a:rPr>
              <a:t>, AC.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46120" y="1234440"/>
            <a:ext cx="2651760" cy="3520440"/>
          </a:xfrm>
          <a:prstGeom prst="roundRect">
            <a:avLst>
              <a:gd name="adj" fmla="val 4138"/>
            </a:avLst>
          </a:prstGeom>
          <a:solidFill>
            <a:srgbClr val="161F2E"/>
          </a:solidFill>
          <a:ln w="19050">
            <a:solidFill>
              <a:srgbClr val="10B981"/>
            </a:solidFill>
            <a:prstDash val="solid"/>
          </a:ln>
        </p:spPr>
      </p:sp>
      <p:pic>
        <p:nvPicPr>
          <p:cNvPr id="14" name="Image 1" descr="C:\Users\Katon\Documents\katon\magang\ROOMBOOK\public\rooms\ruang-vip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371600"/>
            <a:ext cx="2377440" cy="1097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83280" y="2560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338328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Ruang VIP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83280" y="3063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F3D0"/>
                </a:solidFill>
              </a:rPr>
              <a:t>Gedung A, Lantai 1 • Kapasitas: 12 Orang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83280" y="3337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AC, </a:t>
            </a:r>
            <a:r>
              <a:rPr lang="en-US" sz="850" dirty="0" err="1">
                <a:solidFill>
                  <a:srgbClr val="94A3B8"/>
                </a:solidFill>
              </a:rPr>
              <a:t>WiFi</a:t>
            </a:r>
            <a:r>
              <a:rPr lang="en-US" sz="850" dirty="0">
                <a:solidFill>
                  <a:srgbClr val="94A3B8"/>
                </a:solidFill>
              </a:rPr>
              <a:t>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035040" y="1234440"/>
            <a:ext cx="2651760" cy="3520440"/>
          </a:xfrm>
          <a:prstGeom prst="roundRect">
            <a:avLst>
              <a:gd name="adj" fmla="val 4138"/>
            </a:avLst>
          </a:prstGeom>
          <a:solidFill>
            <a:srgbClr val="161F2E"/>
          </a:solidFill>
          <a:ln w="19050">
            <a:solidFill>
              <a:srgbClr val="3B82F6"/>
            </a:solidFill>
            <a:prstDash val="solid"/>
          </a:ln>
        </p:spPr>
      </p:sp>
      <p:pic>
        <p:nvPicPr>
          <p:cNvPr id="20" name="Image 2" descr="C:\Users\Katon\Documents\katon\magang\ROOMBOOK\public\rooms\ruang-transit-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371600"/>
            <a:ext cx="2377440" cy="10972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7220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Ruang Transit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172200" y="3063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F3D0"/>
                </a:solidFill>
              </a:rPr>
              <a:t>Gedung B, Lantai 2 • Kapasitas: 8 Orang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6172200" y="33375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 err="1">
                <a:solidFill>
                  <a:srgbClr val="94A3B8"/>
                </a:solidFill>
              </a:rPr>
              <a:t>WiFi</a:t>
            </a:r>
            <a:r>
              <a:rPr lang="en-US" sz="850" dirty="0">
                <a:solidFill>
                  <a:srgbClr val="94A3B8"/>
                </a:solidFill>
              </a:rPr>
              <a:t>, AC.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&amp; KEAMANAN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Sistem &amp; Integrasi Google Service Account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Dibangun di atas fondasi teknologi handal berstandar keamanan institusional.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520440"/>
          </a:xfrm>
          <a:prstGeom prst="roundRect">
            <a:avLst>
              <a:gd name="adj" fmla="val 3117"/>
            </a:avLst>
          </a:prstGeom>
          <a:solidFill>
            <a:srgbClr val="161F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TEKNOLOGI PENGEMBANGAN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Frontend Modern: React 18, TypeScript, Tailwind CSS, Vite, Lucide Icons.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Backend API: Node.js, Express, Helmet Security, CORS, Rate Limiting (100 req/min).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Database: PostgreSQL ACID-Compliant dengan Foreign Keys, ENUMs, &amp; Indexing </a:t>
            </a:r>
            <a:r>
              <a:rPr lang="en-US" sz="950" dirty="0" err="1">
                <a:solidFill>
                  <a:srgbClr val="E2E8F0"/>
                </a:solidFill>
              </a:rPr>
              <a:t>waktu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Google Calendar API v3: OAuth 2.0 Service Account resmi </a:t>
            </a:r>
            <a:r>
              <a:rPr lang="en-US" sz="950" dirty="0" err="1">
                <a:solidFill>
                  <a:srgbClr val="E2E8F0"/>
                </a:solidFill>
              </a:rPr>
              <a:t>instansi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4023360" cy="3520440"/>
          </a:xfrm>
          <a:prstGeom prst="roundRect">
            <a:avLst>
              <a:gd name="adj" fmla="val 3117"/>
            </a:avLst>
          </a:prstGeom>
          <a:solidFill>
            <a:srgbClr val="161F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STANDAR KEAMANAN DATA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783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Parameterized SQL: 100% Kebal terhadap ancaman SQL Injection pada semua endpoint API.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Bcrypt Password Hashing: Enkripsi kata sandi kuat dengan validasi karakter </a:t>
            </a:r>
            <a:r>
              <a:rPr lang="en-US" sz="950" dirty="0" err="1">
                <a:solidFill>
                  <a:srgbClr val="E2E8F0"/>
                </a:solidFill>
              </a:rPr>
              <a:t>ketat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Anti-Bruteforce &amp; Rate Limit: Menolak percobaan akses berulang yang tidak </a:t>
            </a:r>
            <a:r>
              <a:rPr lang="en-US" sz="950" dirty="0" err="1">
                <a:solidFill>
                  <a:srgbClr val="E2E8F0"/>
                </a:solidFill>
              </a:rPr>
              <a:t>sah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</a:rPr>
              <a:t>Audit Logging Lengkap: Seluruh aktivitas (booking, approval, login) tercatat dengan stempel </a:t>
            </a:r>
            <a:r>
              <a:rPr lang="en-US" sz="950" dirty="0" err="1">
                <a:solidFill>
                  <a:srgbClr val="E2E8F0"/>
                </a:solidFill>
              </a:rPr>
              <a:t>waktu</a:t>
            </a:r>
            <a:r>
              <a:rPr lang="en-US" sz="950" dirty="0">
                <a:solidFill>
                  <a:srgbClr val="E2E8F0"/>
                </a:solidFill>
              </a:rPr>
              <a:t>.
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73152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017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&amp; DAMPAK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9436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Positif Implementasi ROOMBOOK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Peningkatan efisiensi birokrasi dan transparansi fasilitas secara nyata.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17920" y="3200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SIRAPAT • TU SEKJEN KEMNAKER RI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965960" cy="3200400"/>
          </a:xfrm>
          <a:prstGeom prst="roundRect">
            <a:avLst>
              <a:gd name="adj" fmla="val 5581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</a:rPr>
              <a:t>0%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Zero Double Booking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88036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Tidak ada lagi konflik jadwal tumpang tindih antar unit kerja.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65960" cy="3200400"/>
          </a:xfrm>
          <a:prstGeom prst="roundRect">
            <a:avLst>
              <a:gd name="adj" fmla="val 5581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164592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</a:rPr>
              <a:t>&lt; 1 mnt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Waktu Reservasi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288036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Dari sebelumnya 30-60 menit koordinasi manual via chat WhatsApp.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1965960" cy="3200400"/>
          </a:xfrm>
          <a:prstGeom prst="roundRect">
            <a:avLst>
              <a:gd name="adj" fmla="val 5581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64592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</a:rPr>
              <a:t>100%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237744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Transparansi Jadwal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88036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Seluruh pegawai dapat memantau status secara langsung.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65960" cy="3200400"/>
          </a:xfrm>
          <a:prstGeom prst="roundRect">
            <a:avLst>
              <a:gd name="adj" fmla="val 5581"/>
            </a:avLst>
          </a:prstGeom>
          <a:solidFill>
            <a:srgbClr val="161F2E"/>
          </a:solidFill>
          <a:ln w="19050">
            <a:solidFill>
              <a:srgbClr val="2B3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164592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</a:rPr>
              <a:t>H-2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58000" y="237744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Disiplin SOP Approval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03720" y="288036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Kepastian perizinan tercapai tepat waktu sebelum rapat.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731520"/>
            <a:ext cx="6400800" cy="320040"/>
          </a:xfrm>
          <a:prstGeom prst="roundRect">
            <a:avLst>
              <a:gd name="adj" fmla="val 42857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79552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SIAP DIGUNAKAN DI SELURUH UNIT KERJA KEMNAKER RI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Mewujudkan Tata Kelola Ruang Rapat Modern, Terpercaya, &amp; Profesional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ROOMBOOK (SIRAPAT) siap menjadi standar operasional peminjaman fasilitas rapat yang efisien, transparan, dan akuntabel.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0" y="3017520"/>
            <a:ext cx="5120640" cy="1097280"/>
          </a:xfrm>
          <a:prstGeom prst="roundRect">
            <a:avLst>
              <a:gd name="adj" fmla="val 12500"/>
            </a:avLst>
          </a:prstGeom>
          <a:solidFill>
            <a:srgbClr val="161F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0" y="315468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59E0B"/>
                </a:solidFill>
              </a:rPr>
              <a:t>🌐 Akses Langsung Aplikasi:</a:t>
            </a:r>
            <a:endParaRPr lang="en-US" sz="11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59E0B"/>
                </a:solidFill>
              </a:rPr>
              <a:t>https://sirapatsekjen.vercel.app</a:t>
            </a:r>
            <a:endParaRPr lang="en-US" sz="1150" dirty="0"/>
          </a:p>
          <a:p>
            <a:pPr marL="0" indent="0" algn="ctr">
              <a:lnSpc>
                <a:spcPct val="120000"/>
              </a:lnSpc>
              <a:buNone/>
            </a:pPr>
            <a:endParaRPr lang="en-US" sz="11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59E0B"/>
                </a:solidFill>
              </a:rPr>
              <a:t>Sesi Diskusi &amp; Tanya Jawab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© 2026 Bagian Tata Usaha Sekretariat Jenderal — Kementerian Ketenagakerjaan RI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1476</Words>
  <Application>Microsoft Office PowerPoint</Application>
  <PresentationFormat>On-screen Show (16:9)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Kementerian Ketenagakerjaan 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SIRAPAT — ROOMBOOK Presentasi Sistem</dc:title>
  <dc:subject>Presentasi Sistem Peminjaman Ruang Rapat (SIRAPAT / ROOMBOOK)</dc:subject>
  <dc:creator>Bagian Tata Usaha Sekretariat Jenderal Kemnaker RI</dc:creator>
  <cp:lastModifiedBy>Wasabae .</cp:lastModifiedBy>
  <cp:revision>4</cp:revision>
  <dcterms:created xsi:type="dcterms:W3CDTF">2026-09-24T04:09:34Z</dcterms:created>
  <dcterms:modified xsi:type="dcterms:W3CDTF">2026-09-24T04:15:44Z</dcterms:modified>
</cp:coreProperties>
</file>