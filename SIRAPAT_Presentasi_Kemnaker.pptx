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C:\Users\Katon\Documents\katon\magang\ROOMBOOK\public\logo-kemna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50292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45920" y="1325880"/>
            <a:ext cx="5852160" cy="320040"/>
          </a:xfrm>
          <a:prstGeom prst="roundRect">
            <a:avLst>
              <a:gd name="adj" fmla="val 42857"/>
            </a:avLst>
          </a:prstGeom>
          <a:solidFill>
            <a:srgbClr val="152332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45920" y="138988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TATA USAHA SEKRETARIAT JENDERAL KEMNAKER RI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Peminjaman &amp;</a:t>
            </a: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Ruang Rapat Digital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SIRAPAT — Tata Kelola Ruang Rapat Terpadu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Google Calendar API, Layar Smart TV 16:9, SOP Approval H-2, &amp; Cetak Laporan Resmi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3794760"/>
            <a:ext cx="6400800" cy="868680"/>
          </a:xfrm>
          <a:prstGeom prst="roundRect">
            <a:avLst>
              <a:gd name="adj" fmla="val 15789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38862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E68A"/>
                </a:solidFill>
              </a:rPr>
              <a:t>🌐 TAUTAN RESMI APLIKASI: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https://sirapatsekjen.vercel.app
</a:t>
            </a:r>
            <a:pPr algn="ctr" indent="0" marL="0">
              <a:buNone/>
            </a:pPr>
            <a:r>
              <a:rPr lang="en-US" sz="950" dirty="0">
                <a:solidFill>
                  <a:srgbClr val="A7F3D0"/>
                </a:solidFill>
              </a:rPr>
              <a:t>✓ 100% Bebas Bentrok  •  ✓ Self-Service Pegawai  •  ✓ Smart TV Kiosk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URGENSI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Pengelolaan Ruang Rapat Manual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operasional sebelum diterapkannya digitalisasi sistem terpusat.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73152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990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Bentrok Jadwal (Double Booking)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terpisah via chat WhatsApp &amp; buku fisik memicu tabrakan jadwal antar unit kerja.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17320"/>
            <a:ext cx="7315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990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Ruang Tidak Real-Time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Pegawai harus mendatangi pintu ruangan hanya untuk mengecek apakah ruangan sedang dipakai atau kosong.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0400"/>
            <a:ext cx="73152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82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Persetujuan Pimpinan Lambat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Khusus ruangan strategis (Ruang Sekjen &amp; VIP), izin berjenjang sering tertunda tanpa kejelasan status.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200400"/>
            <a:ext cx="73152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82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 Rekam Jejak &amp; Audit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83480" y="3611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rekapitulasi data utilisasi ruangan untuk bahan laporan pimpinan dan pemeliharaan.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Terpadu: SIRAPAT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ekosistem berbasis web terintegrasi untuk seluruh pegawai dan pengelola TU.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3896"/>
            </a:avLst>
          </a:prstGeom>
          <a:solidFill>
            <a:srgbClr val="042F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STRATEGIS INSTANSI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100% Bebas Bentrok: Validasi otomatis slot waktu &amp; sinkronisasi Google Calendar API.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Display Smart TV di Depan Pintu: Status real-time OLED, countdown rapat, &amp; QR Book.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Disiplin SOP Approval H-2: Peringatan batas waktu persetujuan otomatis bagi pengelola.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Laporan Resmi Otomatis: Rekapitulasi siap cetak format dinas dan ekspor file Excel.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3520440"/>
          </a:xfrm>
          <a:prstGeom prst="roundRect">
            <a:avLst>
              <a:gd name="adj" fmla="val 3896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KEMUDAHAN LAYANAN MANDIRI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Pesan Tanpa Perlu Login: Cukup masukkan nama, unit kerja, &amp; agenda rapat.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1-Click Sync ke Google Calendar: Simpan agenda langsung ke HP pemohon.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Mobile Quick Book: Scan barcode QR di monitor TV pintu untuk reservasi kilat 30 detik.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Lacak Peminjaman Saya: Cukup masukkan email untuk memantau status persetujuan.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Beranda Publik &amp; Timeline Jadwal Real-Time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Pegawai dapat memantau ketersediaan seluruh ruangan secara visual.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0" cy="3520440"/>
          </a:xfrm>
          <a:prstGeom prst="roundRect">
            <a:avLst>
              <a:gd name="adj" fmla="val 3117"/>
            </a:avLst>
          </a:prstGeom>
          <a:solidFill>
            <a:srgbClr val="0E1624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984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— TU SEKJEN KEMNAKER RI | https://sirapatsekjen.vercel.app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556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RUANG RAPAT SEKJEN (30 Org) — [ SEDANG DIGUNAKAN 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1993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Agenda: Rakor Evaluasi Anggaran • 09:00 - 11:30 WIB • Biro Umum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157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RUANG VIP (12 Org) — [ TERSEDIA 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2953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Status: Ruangan Kosong Siap Dipesan • Fasilitas Lengkap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5202B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75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Timeline Hari Ini: 08:00 - 17:00 WIB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977640"/>
            <a:ext cx="14630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09:00 - 11:30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39776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4023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13:30 - 15:30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208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FITUR UTAMA BERANDA PUBLIK: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73736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Status 1 Detik: Kode warna (Hijau=Tersedia, Merah=Terpakai) langsung terbaca.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Filter Tanggal Cerdas: Memeriksa ketersediaan ruangan di hari-hari mendatang.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Tombol "+ Pesan Ruangan": Membuka modal formulir pemesanan cepat.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Pencarian Booking: Cek status permohonan via alamat email pemohon.
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Formulir Reservasi &amp; Sync Google Calendar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Pengisian formulir singkat dengan integrasi kalender pribadi pemohon.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FORMULIR PERMOHONAN RUANG RAPAT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Pilihan Ruangan: Ruang Rapat Sekjen (Maks 30 Org)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Nama Pemohon: Budi Santoso, S.Kom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Unit Kerja: Bagian Tata Usaha / Biro Umum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Agenda: Rapat Koordinasi Anggaran Triwulan III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Waktu: 24 September 2026 (09:00 - 11:30 WIB)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Jumlah Peserta: 20 Orang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78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Slot Waktu Tersedia &amp; Bebas Bentrok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0A192F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SINKRONISASI 1-KLIK GOOGLE CALENDAR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Simpan ke HP Pemohon: Tombol "Tambahkan ke Google Kalender Saya" otomatis aktif setelah booking.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Isi Otomatis: Judul, lokasi ruang, jam mulai/selesai, dan unit langsung terisi lengkap.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Alarm Pengingat: Google Calendar smartphone akan mengingatkan H-30 menit sebelum rapat.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Sinkronisasi 2-Arah: Status persetujuan resmi juga langsung sinkron ke kalender instansi.
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Kiosk Layar Smart TV Ruangan (16:9)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Layar informasi cerdas di dinding depan setiap ruang rapat.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3520440"/>
          </a:xfrm>
          <a:prstGeom prst="roundRect">
            <a:avLst>
              <a:gd name="adj" fmla="val 3896"/>
            </a:avLst>
          </a:prstGeom>
          <a:solidFill>
            <a:srgbClr val="02061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RUANG RAPAT SEKJEN (Gedung A, Lt.2)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10:45:12 WIB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4389120" cy="1280160"/>
          </a:xfrm>
          <a:prstGeom prst="roundRect">
            <a:avLst>
              <a:gd name="adj" fmla="val 7143"/>
            </a:avLst>
          </a:prstGeom>
          <a:solidFill>
            <a:srgbClr val="2D0E1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STATUS: SEDANG DIGUNAKAN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Rapat Koordinasi Evaluasi Ketenagakerjaan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Biro Umum &amp; Perencanaan • 09:00 - 11:30 WIB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2057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Sisa Waktu: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44 Menit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15202B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Agenda Berikutnya Hari Ini: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13:30 - 15:30: Rapat Pembahasan DIPA 2027 (Biro Renkeu)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49040" y="3337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[ QR CODE ]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Pindai untuk Pesan Kilat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9496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KEUNGGULAN SMART DISPLAY: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73736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Carousel Foto Ruangan: Memutar foto asli ruangan di latar belakang.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Status Terbaca Jarak Jauh: Warna kontras OLED (Merah/Hijau) ramah mata.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Countdown Rapat: Membantu peserta disiplin menyelesaikan rapat tepat waktu.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Auto-Rotate 10 Detik: Layar lobi dapat berganti antar-ruangan secara otomatis.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Quick Book (Pindai QR Code di Pintu)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kilat touch-first saat pegawai berada langsung di depan ruangan.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474720" cy="3520440"/>
          </a:xfrm>
          <a:prstGeom prst="roundRect">
            <a:avLst>
              <a:gd name="adj" fmla="val 3947"/>
            </a:avLst>
          </a:prstGeom>
          <a:solidFill>
            <a:srgbClr val="161F2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8" name="Image 0" descr="C:\Users\Katon\Documents\katon\magang\ROOMBOOK\public\qr-sira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63040"/>
            <a:ext cx="1828800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DE68A"/>
                </a:solidFill>
              </a:rPr>
              <a:t>PINDAI BARCODE DI ATAS DENGAN KAMERA HP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https://sirapatsekjen.vercel.app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 LANGKAH KILAT DI DEPAN PINTU: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173736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1. Scan Barcode QR: Arahkan kamera smartphone ke QR Code di layar Smart TV.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2. Buka Form Kilat: Halaman otomatis mendeteksi nama ruangan tanpa perlu dicari.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3. Konfirmasi Instan: Klik "Pesan Sekarang" dan slot waktu langsung terkunci.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Sangat Ideal Untuk: Rapat koordinasi taktis mendadak pimpinan tanpa perlu kembali ke meja kerja untuk menyalakan laptop.
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Persetujuan Pengelola (Approval Hub H-2)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TU SEKJEN memproses izin dengan sistem peringatan batas waktu.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38912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ANTREAN MENUNGGU PERSETUJUAN (PENDING)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5202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Rapat Koordinasi Renja 2027 • [ URGENT H-1 ]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Pemohon: Dra. Nurhayati (Biro Renkeu) • Ruang Sekjen • 25 Sep, 09:00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Setujui (Approve)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51760" y="24231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✕ Tolak (Reject)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520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00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Penerimaan Tamu Delegasi ILO • [ H-3 ]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Pemohon: Hendra Setiawan (Biro KSLN) • Ruang VIP • 27 Sep, 14:00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Setujui (Approve)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MEKANISME SOP PERSETUJUAN: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Persetujuan 1-Klik: Pengelola cukup menekan tombol Setujui untuk mengesahkan jadwal.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Auto-Sync Kalender: Saat disetujui, event Google Calendar resmi otomatis terbentuk.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Catatan Resmi Penolakan: Jika ditolak, pengelola dapat memberi alasan transparan.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Fleksibilitas Admin: Admin dapat mencatat/reschedule tanggal lampau untuk arsip.
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Rekapitulasi &amp; Cetak PDF Format Resmi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laporan resmi berstandar kop surat Kementerian Ketenagakerjaan RI.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KEMENTERIAN KETENAGAKERJAAN REPUBLIK INDONESIA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SEKRETARIAT JENDERAL — BAGIAN TATA USAHA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37490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LAPORAN REKAPITULASI PEMINJAMAN RUANG RAPAT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24/09/2026 | Ruang Sekjen | Biro Umum | DISETUJUI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24/09/2026 | Ruang VIP    | Biro Renkeu| DISETUJUI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25/09/2026 | Ruang Transit| Biro Humas | SELESAI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3566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Mengetahui,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Pengelola Ruang Rapat TU Sekjen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( Administrator TU Sekjen 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STANDAR DOKUMEN KEDINASAN: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Hanya Memuat Jadwal Sah: Rekapitulasi secara cerdas hanya menyaring agenda berstatus Disetujui &amp; Selesai.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Filter Tanggal Fleksibel: Rekap mingguan, bulanan, atau triwulanan dengan 1 klik.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Ekspor Multi-Format: Cetak PDF langsung berstempel kop dinas atau unduh CSV/Excel.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Statistik Utilisasi: Memantau okupansi ruangan &amp; unit kerja paling aktif menggunakan fasilitas.
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SPESIFIKASI RUANGAN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Ruang Rapat Representatif TU SEKJEN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melayani kebutuhan rapat pimpinan, tamu delegasi, &amp; tim teknis.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8" name="Image 0" descr="C:\Users\Katon\Documents\katon\magang\ROOMBOOK\public\rooms\ruang-sekjen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37744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560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VIP STRATEGIS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Ruang Rapat Sekjen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</a:rPr>
              <a:t>Gedung A, Lantai 2 • Kapasitas: 30 Orang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Smart TV 75", Video Conference 4K, Proyektor Laser, Sound System, WiFi Cepat, AC.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61F2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4" name="Image 1" descr="C:\Users\Katon\Documents\katon\magang\ROOMBOOK\public\rooms\ruang-vip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2377440" cy="1097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560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EKSEKUTIF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38328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Ruang VIP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</a:rPr>
              <a:t>Gedung A, Lantai 1 • Kapasitas: 12 Orang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8328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Smart TV, Video Conference, Meja Eksekutif, Sofa Tamu VIP, Mini Bar &amp; Pantry, WiFi.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03504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61F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0" name="Image 2" descr="C:\Users\Katon\Documents\katon\magang\ROOMBOOK\public\rooms\ruang-transit-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2377440" cy="10972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560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INSTANT BOOK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17220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Ruang Transit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7220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</a:rPr>
              <a:t>Gedung B, Lantai 2 • Kapasitas: 8 Orang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17220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Whiteboard Kaca, Smart TV 55", Port LAN &amp; WiFi Cepat, Meja Kolaboratif, AC.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&amp; KEAMANAN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 &amp; Integrasi Google Service Account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di atas fondasi teknologi handal berstandar keamanan institusional.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TEKNOLOGI PENGEMBANGAN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Frontend Modern: React 18, TypeScript, Tailwind CSS, Vite, Lucide Icons.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Backend API: Node.js, Express, Helmet Security, CORS, Rate Limiting (100 req/min).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Database: PostgreSQL ACID-Compliant dengan Foreign Keys, ENUMs, &amp; Indexing waktu.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Google Calendar API v3: OAuth 2.0 Service Account resmi instansi.
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STANDAR KEAMANAN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Parameterized SQL: 100% Kebal terhadap ancaman SQL Injection pada semua endpoint API.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Bcrypt Password Hashing: Enkripsi kata sandi kuat dengan validasi karakter ketat.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Anti-Bruteforce &amp; Rate Limit: Menolak percobaan akses berulang yang tidak sah.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Audit Logging Lengkap: Seluruh aktivitas (booking, approval, login) tercatat dengan stempel waktu.
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&amp; DAMPAK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Positif Implementasi SIRAPAT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efisiensi birokrasi dan transparansi fasilitas secara nyata.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Double Booking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Tidak ada lagi konflik jadwal tumpang tindih antar unit kerja.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&lt; 1 mnt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Waktu Reservasi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Dari sebelumnya 30-60 menit koordinasi manual via chat WhatsApp.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Transparansi Jadwal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Seluruh pegawai dapat memantau status secara langsung.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H-2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Disiplin SOP Approval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Kepastian perizinan tercapai tepat waktu sebelum rapat.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320040"/>
          </a:xfrm>
          <a:prstGeom prst="roundRect">
            <a:avLst>
              <a:gd name="adj" fmla="val 42857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7955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SIAP DIGUNAKAN DI SELURUH UNIT KERJA KEMNAKER RI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Mewujudkan Tata Kelola Ruang Rapat Modern, Terpercaya, &amp; Profesional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Aplikasi SIRAPAT siap menjadi standar operasional peminjaman fasilitas rapat yang efisien, transparan, dan akuntabel.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3017520"/>
            <a:ext cx="5120640" cy="1097280"/>
          </a:xfrm>
          <a:prstGeom prst="roundRect">
            <a:avLst>
              <a:gd name="adj" fmla="val 12500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</a:rPr>
              <a:t>🌐 Akses Langsung Aplikasi: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</a:rPr>
              <a:t>https://sirapatsekjen.vercel.app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</a:rPr>
              <a:t>Sesi Diskusi &amp; Tanya Jawab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Bagian Tata Usaha Sekretariat Jenderal — Kementerian Ketenagakerjaan 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Kementerian Ketenagakerjaan 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SIRAPAT — Presentasi Sistem</dc:title>
  <dc:subject>Presentasi Sistem Peminjaman Ruang Rapat (SIRAPAT)</dc:subject>
  <dc:creator>Bagian Tata Usaha Sekretariat Jenderal Kemnaker RI</dc:creator>
  <cp:lastModifiedBy>Bagian Tata Usaha Sekretariat Jenderal Kemnaker RI</cp:lastModifiedBy>
  <cp:revision>1</cp:revision>
  <dcterms:created xsi:type="dcterms:W3CDTF">2026-09-24T04:32:30Z</dcterms:created>
  <dcterms:modified xsi:type="dcterms:W3CDTF">2026-09-24T04:32:30Z</dcterms:modified>
</cp:coreProperties>
</file>