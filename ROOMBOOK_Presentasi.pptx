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457200"/>
          </a:xfrm>
          <a:prstGeom prst="roundRect">
            <a:avLst>
              <a:gd name="adj" fmla="val 50000"/>
            </a:avLst>
          </a:prstGeom>
          <a:solidFill>
            <a:srgbClr val="15202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1430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SEKRETARIAT JENDERAL KEMENTERIAN KETENAGAKERJAAN 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Peminjaman &amp;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Ruang Rapat Digital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SIRAPAT (ROOMBOOK) v2.0 Production Ready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Terintegrasi Google Calendar API, Smart TV Display Kiosk, SOP Persetujuan H-2, &amp; Cetak Laporan Resmi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4754880"/>
            <a:ext cx="7616952" cy="1097280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4892040"/>
            <a:ext cx="7251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PENGELOLA: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Bagian Tata Usaha Sekretariat Jenderal Kemnaker RI
</a:t>
            </a:r>
            <a:pPr algn="ctr"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STATUS: </a:t>
            </a:r>
            <a:pPr algn="ctr"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100% Zero Conflict  •  Real-Time Kiosk  •  Self-Service Pegawai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 &amp; URGENSI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Pengelolaan Ruang Rapat Manual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 operasional sebelum diterapkannya digitalisasi sistem terpusat.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03120"/>
            <a:ext cx="914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Bentrok Jadwal (Double Booking)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651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manual melalui WhatsApp &amp; buku catatan fisik memicu tabrakan jadwal antar unit kerja.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03120"/>
            <a:ext cx="914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Ruang Tidak Terlihat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651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Pegawai harus mendatangi pintu fisik ruangan hanya untuk mengecek apakah ruangan sedang terisi atau kosong.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297680"/>
            <a:ext cx="914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297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Persetujuan Pimpinan Lambat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8463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Khusus ruangan strategis (Ruang Sekjen &amp; VIP), konfirmasi izin sering tertunda tanpa kepastian status.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297680"/>
            <a:ext cx="9144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297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 Jejak Rekam &amp; Audit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48463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rekapitulasi data historis utilisasi ruangan untuk bahan laporan pimpinan dan pemeliharaan.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DIGITAL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Terpadu: ROOMBOOK (SIRAPAT)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ekosistem berbasis web terintegrasi untuk seluruh pegawai dan pengelola.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STRATEGIS INSTANSI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100% Zero Conflict: Validasi otomatis slot waktu &amp; integrasi Google Calendar API v3.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Display Smart TV: Monitor status OLED di depan pintu dengan countdown &amp; agenda aktif.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Disiplin SOP Approval H-2: Peringatan batas waktu persetujuan otomatis bagi pengelola.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Transparansi Real-Time: Semua unit kerja dapat memantau jadwal terbuka secara mandiri.
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KEMUDAHAN BAGI PEGAWAI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6517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Self-Service Tanpa Login: Cukup masukkan unit &amp; agenda rapat tanpa buat akun baru.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1-Click Sync ke Google Calendar: Pemohon langsung simpan agenda ke smartphone.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Mobile Quick Book: Scan QR Code di depan ruangan untuk pemesanan kilat 30 detik.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Cari Peminjaman Saya: Lacak status permohonan &amp; batalkan booking hanya via email.
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Beranda Publik &amp; Timeline Jadwal Real-Time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Pegawai dapat melihat ketersediaan 3 ruangan dan jadwal terisi secara visual.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943600" cy="4389120"/>
          </a:xfrm>
          <a:prstGeom prst="roundRect">
            <a:avLst>
              <a:gd name="adj" fmla="val 3125"/>
            </a:avLst>
          </a:prstGeom>
          <a:solidFill>
            <a:srgbClr val="0D131F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943600" cy="4572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— TU SEKJEN KEMNAKER RI | Beranda Jadwal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46888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RUANG RAPAT SEKJEN (Kapasitas 30 Orang) — [ SEDANG DIGUNAKAN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Agenda: Rakor Evaluasi Anggaran • Pukul 09:00 - 11:30 WIB • Biro Umum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365760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RUANG VIP (Kapasitas 12 Orang) — [ TERSEDIA 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Status: Ruangan Kosong Siap Dipesan • Fasilitas Lengkap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484632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15202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937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Garis Waktu (Timeline) Hari Ini: 08:00 — 17:00 WIB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88720" y="5303520"/>
            <a:ext cx="18288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09:00 - 11:30 (Terisi)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5303520"/>
            <a:ext cx="164592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5349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13:30 - 15:30 (Terisi)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4088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FITUR UTAMA HALAMAN BERANDA: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256032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Status 1 Detik: Kode warna (Hijau=Tersedia, Merah=Terpakai, Kuning=Menunggu) terbaca instan.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Filter Tanggal Kalender: Navigasi mudah untuk memeriksa slot kosong di masa mendatang.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Layanan Mandiri: Tombol "+ Pesan Ruangan" membuka formulir pemesanan cepat tanpa login.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Pencarian Booking Saya: Pemohon dapat mengecek tiket &amp; riwayat persetujuannya.
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Formulir Reservasi Cerdas &amp; Sync Google Calendar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Pengisian formulir ringkas dengan integrasi kalender pribadi pemohon.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FORMULIR PERMOHONAN RUANG RAPAT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Pilihan Ruangan: Ruang Rapat Sekjen (Maks 30 Org)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Nama Pemohon: Budi Santoso, S.Kom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Unit Kerja: Bagian Tata Usaha / Biro Umum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Agenda: Rapat Koordinasi Anggaran Triwulan III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Tanggal &amp; Jam: 24 September 2026 (09:00 - 11:30 WIB)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Estimasi Peserta: 20 Orang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" y="5303520"/>
            <a:ext cx="4663440" cy="640080"/>
          </a:xfrm>
          <a:prstGeom prst="roundRect">
            <a:avLst>
              <a:gd name="adj" fmla="val 1428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440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✓ Slot Waktu Tersedia &amp; Bebas Bentrok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0A192F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</a:rPr>
              <a:t>SINKRONISASI 1-KLIK GOOGLE CALENDAR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Simpan Otomatis ke HP Pemohon: Setelah permohonan diajukan, muncul tombol "Tambahkan ke Google Kalender Saya".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Isi Lengkap &amp; Terstruktur: Judul, lokasi ruang, jam mulai/selesai, dan nama unit langsung terisi tanpa ketik ulang.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Pengingat Rapat (Reminder): Google Calendar smartphone pemohon akan membunyikan alarm H-30 menit sebelum rapat dimulai.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Sinkronisasi 2-Arah: Status persetujuan resmi juga langsung terupdate di Google Calendar terpusat milik instansi.
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Kiosk Layar Smart TV Ruangan (16:9)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Layar informasi cerdas di dinding depan setiap ruang rapat.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217920" cy="4389120"/>
          </a:xfrm>
          <a:prstGeom prst="roundRect">
            <a:avLst>
              <a:gd name="adj" fmla="val 3125"/>
            </a:avLst>
          </a:prstGeom>
          <a:solidFill>
            <a:srgbClr val="02061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RUANG RAPAT SEKJEN (Gedung A, Lt.2)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10:45:12 WIB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560320"/>
            <a:ext cx="5669280" cy="1645920"/>
          </a:xfrm>
          <a:prstGeom prst="roundRect">
            <a:avLst>
              <a:gd name="adj" fmla="val 8333"/>
            </a:avLst>
          </a:prstGeom>
          <a:solidFill>
            <a:srgbClr val="2D0E14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697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STATUS: SEDANG DIGUNAKAN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Rapat Koordinasi Evaluasi Ketenagakerjaan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Biro Umum &amp; Perencanaan • 09:00 - 11:30 WIB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3017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Sisa Waktu: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44 Menit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3891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15202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526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Agenda Berikutnya Hari Ini: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4800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13:30 - 15:30: Rapat Pembahasan DIPA 2027 (Biro Renkeu)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4572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[ QR CODE 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Pindai untuk Pesan Kilat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KEUNGGULAN SMART DISPLAY: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0" y="256032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Carousel Foto Ruangan: Memutar foto asli ruangan di latar belakang layar.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Status Terbaca dari Jauh: Warna kontras OLED (Merah/Hijau) ramah mata.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Countdown Rapat: Membantu peserta rapat disiplin menyelesaikan agenda tepat waktu.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Auto-Rotate 10 Detik: Layar lobi dapat berganti antar-ruangan secara otomatis.
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Quick Book (Pindai QR Code di Pintu)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Pemesanan kilat touch-first saat pegawai berada langsung di depan ruangan.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1828800"/>
            <a:ext cx="3474720" cy="4389120"/>
          </a:xfrm>
          <a:prstGeom prst="roundRect">
            <a:avLst>
              <a:gd name="adj" fmla="val 7895"/>
            </a:avLst>
          </a:prstGeom>
          <a:solidFill>
            <a:srgbClr val="0F172A"/>
          </a:solidFill>
          <a:ln w="381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103120"/>
            <a:ext cx="3108960" cy="3840480"/>
          </a:xfrm>
          <a:prstGeom prst="roundRect">
            <a:avLst>
              <a:gd name="adj" fmla="val 5882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⚡ QUICK BOOK HP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Ruang Rapat Sekjen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0" y="29260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0B1522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30175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Nama: Ahmad Fauzi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Unit: Biro Perencanaan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Durasi: 11:30 - 12:30 WIB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Judul: Koordinasi Cepat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43891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4526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Pesan Sekarang Langsung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0116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3 LANGKAH KILAT DI PINTU RUANGAN: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560320"/>
            <a:ext cx="5760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1. Scan Barcode QR: Gunakan kamera smartphone pada QR Code di pojok layar Smart TV.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2. Buka Form Kilat: Halaman otomatis terisi identitas ruangan tanpa perlu mencari.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3. Konfirmasi Instan: Klik pesan langsung dan slot waktu otomatis terkunci.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Sangat Efektif Untuk: Rapat koordinasi taktis mendadak pimpinan dan staf tanpa harus kembali ke meja kerja untuk membuka laptop.
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Persetujuan Pengelola (Approval Hub H-2)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TU SEKJEN memproses izin dengan sistem peringatan urgensi waktu.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66928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ANTREAN PERMOHONAN MENUNGGU PERSETUJUAN (3 PENDING)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46888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15202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606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Rapat Koordinasi Renja 2027 • [ URGENT H-1 ]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Pemohon: Dra. Nurhayati (Biro Renkeu) • Ruang Sekjen • 25 Sep, 09:00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33832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✓ Setujui (Approve)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33832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✕ Tolak (Reject)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42062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15202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Penerimaan Tamu Delegasi ILO • [ H-3 ]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Pemohon: Hendra Setiawan (Biro KSLN) • Ruang VIP • 27 Sep, 14:00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52120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303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✓ Setujui (Approve)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MEKANISME SOP PERSETUJUAN: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25603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Persetujuan 1-Klik: Pengelola cukup menekan tombol Setujui untuk meresmikan jadwal.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Auto-Sync Kalender: Saat disetujui, event Google Calendar instansi langsung terbentuk.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Catatan Resmi Penolakan: Jika ditolak, pengelola wajib memberi catatan alasan transparan.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Role Berjenjang (RBAC): Superadmin (Kelola User &amp; Fasilitas) vs Admin Operasional TU.
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Rekapitulasi &amp; Cetak PDF Resmi Kedinasan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laporan resmi berstandar kop surat Kementerian Ketenagakerjaan RI.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KEMENTERIAN KETENAGAKERJAAN REPUBLIK INDONESIA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SEKRETARIAT JENDERAL — BAGIAN TATA USAHA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514600"/>
            <a:ext cx="4846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06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LAPORAN REKAPITULASI PEMINJAMAN RUANG RAPAT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24/09/2026 | Ruang Sekjen | Biro Umum | DISETUJUI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24/09/2026 | Ruang VIP    | Biro Perencanaan | DISETUJUI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25/09/2026 | Ruang Transit| Biro Humas | SELESAI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47548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Mengetahui,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Pengelola Ruang Rapat TU Sekjen</a:t>
            </a:r>
            <a:endParaRPr lang="en-US" sz="850" dirty="0"/>
          </a:p>
          <a:p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( Administrator TU Sekjen 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STANDAR DOKUMEN KEDINASAN: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2560320"/>
            <a:ext cx="5212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Hanya Memuat Jadwal Sah: Laporan rekap secara cerdas hanya menyaring data rapat berstatus Disetujui &amp; Selesai.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Filter Tanggal Fleksibel: Rekapitulasi mingguan, bulanan, atau triwulanan dengan 1 klik.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Ekspor Multi-Format: Cetak PDF langsung berstempel kop surat atau unduh CSV/Excel.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</a:rPr>
              <a:t>Statistik Utilisasi: Memantau okupansi ruangan &amp; unit kerja paling aktif menggunakan fasilitas.
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SPESIFIKASI RUANGAN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Ruang Rapat Representatif TU SEKJEN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melayani kebutuhan rapat pimpinan, delegasi internasional, &amp; tim teknis.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VIP STRATEGIS (Wajib Approval)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Ruang Rapat Sekjen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Gedung A, Lantai 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Kapasitas: 30 Orang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0175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657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Fasilitas Unggulan: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Smart TV 75", Video Conference 4K, Proyektor Laser, Sound System, WiFi High-Speed, AC Inverter.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EKSEKUTIF (Approval Berjenjang)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Ruang VIP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Gedung A, Lantai 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Kapasitas: 12 Orang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3474720"/>
            <a:ext cx="30175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657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Fasilitas Unggulan: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Smart TV, Video Conference, Meja Eksekutif, Sofa VIP Tamu, Mini Bar &amp; Pantry, WiFi Cepat.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182880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INSTANT BOOK (Auto-Approved)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Ruang Transit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Gedung B, Lantai 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Kapasitas: 8 Orang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474720"/>
            <a:ext cx="30175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3657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Fasilitas Unggulan: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Whiteboard Kaca, Smart TV 55", Port LAN &amp; WiFi Cepat, Meja Kolaboratif, AC.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&amp; KEAMANAN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 &amp; Integrasi Google Service Account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Dibangun di atas fondasi teknologi handal berstandar keamanan institusional.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TEKNOLOGI PENGEMBANGAN (STACK)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Frontend Modern: React 18, TypeScript, Tailwind CSS, Vite, Lucide Icons.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Backend Handal: Node.js, Express, Helmet Security, CORS, Rate Limiting (100 req/min).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Database Relasional: PostgreSQL ACID-Compliant dengan Foreign Keys, ENUMs, &amp; Indexing.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Google Calendar API v3: Otentikasi OAuth 2.0 Service Account resmi instansi.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STANDAR KEAMANAN &amp; INTEGRITAS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6517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Parameterized SQL Queries: 100% Kebal terhadap serangan SQL Injection pada semua endpoint.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Bcrypt Password Hashing: Proteksi kata sandi dengan salt tingkat tinggi &amp; validasi ketat.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Anti-Bruteforce &amp; Rate Limit: Menahan percobaan login berulang yang tidak sah.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Audit Logging Lengkap: Rekam jejak seluruh aktivitas (create, approve, cancel, login).
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&amp; PENGUKURAN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Positif Implementasi ROOMBOOK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efisiensi birokrasi dan transparansi fasilitas secara nyata.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</a:rPr>
              <a:t>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 Double Booking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Tidak ada lagi konflik jadwal tumpang tindih antar unit.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</a:rPr>
              <a:t>&lt; 1 mnt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Waktu Reservasi Kilat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40233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Dari sebelumnya 30-60 menit koordinasi manual via chat.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Transparansi Jadwal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0233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Seluruh pegawai dapat memantau status secara langsung.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23960" y="201168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</a:rPr>
              <a:t>H-2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91540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Disiplin SOP Approval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40233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Kepastian perizinan tercapai tepat waktu sebelum rapat.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5720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1430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SIAP DIGUNAKAN DI SELURUH UNIT KERJA KEMNAKER 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Mewujudkan Tata Kelola Ruang Rapat Modern, Terpercaya, &amp; Profesional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ROOMBOOK (SIRAPAT) siap menjadi standar operasional peminjaman fasilitas rapat yang efisien dan akuntabel.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4206240"/>
            <a:ext cx="5788152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389120"/>
            <a:ext cx="5788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🌐 Akses Aplikasi: http://localhost:3000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Sesi Diskusi &amp; Tanya Jawab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© 2026 Bagian Tata Usaha Sekretariat Jenderal — Kementerian Ketenagakerjaan RI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Kementerian Ketenagakerjaan 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SIRAPAT — ROOMBOOK Presentasi Sistem</dc:title>
  <dc:subject>Presentasi Sistem Peminjaman Ruang Rapat (ROOMBOOK / SIRAPAT)</dc:subject>
  <dc:creator>Bagian Tata Usaha Sekretariat Jenderal Kemnaker RI</dc:creator>
  <cp:lastModifiedBy>Bagian Tata Usaha Sekretariat Jenderal Kemnaker RI</cp:lastModifiedBy>
  <cp:revision>1</cp:revision>
  <dcterms:created xsi:type="dcterms:W3CDTF">2026-09-24T03:52:46Z</dcterms:created>
  <dcterms:modified xsi:type="dcterms:W3CDTF">2026-09-24T03:52:46Z</dcterms:modified>
</cp:coreProperties>
</file>